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EBE"/>
    <a:srgbClr val="B3610A"/>
    <a:srgbClr val="090B09"/>
    <a:srgbClr val="D7CEC5"/>
    <a:srgbClr val="00060B"/>
    <a:srgbClr val="000712"/>
    <a:srgbClr val="0A0C09"/>
    <a:srgbClr val="000F11"/>
    <a:srgbClr val="010C11"/>
    <a:srgbClr val="00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E9F3E-596F-48D9-A838-C1A444550F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FE2B-42A1-48A8-85F4-302AAFC434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9700180" y="75414"/>
              <a:ext cx="2413263" cy="490194"/>
            </a:xfrm>
            <a:prstGeom prst="rect">
              <a:avLst/>
            </a:prstGeom>
            <a:solidFill>
              <a:srgbClr val="0007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1346200" y="4837430"/>
            <a:ext cx="3784600" cy="304800"/>
          </a:xfrm>
          <a:prstGeom prst="roundRect">
            <a:avLst/>
          </a:prstGeom>
          <a:solidFill>
            <a:srgbClr val="1109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AI + P</a:t>
            </a:r>
            <a:r>
              <a:rPr lang="zh-CN" altLang="en-US" b="1"/>
              <a:t>牌工人</a:t>
            </a:r>
            <a:r>
              <a:rPr lang="en-US" altLang="zh-CN" b="1"/>
              <a:t> = </a:t>
            </a:r>
            <a:r>
              <a:rPr lang="zh-CN" altLang="en-US" b="1"/>
              <a:t>安全保護力場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7387590" y="4837430"/>
            <a:ext cx="3559810" cy="304800"/>
          </a:xfrm>
          <a:prstGeom prst="roundRect">
            <a:avLst/>
          </a:prstGeom>
          <a:solidFill>
            <a:srgbClr val="000F1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AI + </a:t>
            </a:r>
            <a:r>
              <a:rPr lang="zh-CN" altLang="en-US" b="1"/>
              <a:t>分判商打理人</a:t>
            </a:r>
            <a:r>
              <a:rPr lang="en-US" altLang="zh-CN" b="1"/>
              <a:t> = </a:t>
            </a:r>
            <a:r>
              <a:rPr lang="zh-CN" altLang="en-US" b="1"/>
              <a:t>安全主任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3721100" y="4221480"/>
            <a:ext cx="1744345" cy="317500"/>
          </a:xfrm>
          <a:prstGeom prst="roundRect">
            <a:avLst/>
          </a:prstGeom>
          <a:solidFill>
            <a:srgbClr val="000F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結合工人激勵制度</a:t>
            </a:r>
            <a:endParaRPr lang="zh-CN" altLang="en-US" sz="1400"/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909955" y="4221480"/>
            <a:ext cx="1840230" cy="317500"/>
          </a:xfrm>
          <a:prstGeom prst="roundRect">
            <a:avLst/>
          </a:prstGeom>
          <a:solidFill>
            <a:srgbClr val="0A0C0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提高安全交底效果</a:t>
            </a:r>
            <a:endParaRPr lang="zh-CN" altLang="en-US" sz="1400"/>
          </a:p>
        </p:txBody>
      </p:sp>
      <p:sp>
        <p:nvSpPr>
          <p:cNvPr id="11" name="圆角矩形 10"/>
          <p:cNvSpPr/>
          <p:nvPr/>
        </p:nvSpPr>
        <p:spPr>
          <a:xfrm>
            <a:off x="2800350" y="559435"/>
            <a:ext cx="6515100" cy="291465"/>
          </a:xfrm>
          <a:prstGeom prst="roundRect">
            <a:avLst/>
          </a:prstGeom>
          <a:solidFill>
            <a:srgbClr val="00071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/>
          </a:p>
        </p:txBody>
      </p:sp>
      <p:sp>
        <p:nvSpPr>
          <p:cNvPr id="10" name="圆角矩形 9"/>
          <p:cNvSpPr/>
          <p:nvPr/>
        </p:nvSpPr>
        <p:spPr>
          <a:xfrm>
            <a:off x="2411730" y="100330"/>
            <a:ext cx="7345045" cy="614680"/>
          </a:xfrm>
          <a:prstGeom prst="roundRect">
            <a:avLst/>
          </a:prstGeom>
          <a:solidFill>
            <a:srgbClr val="00071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b="1"/>
              <a:t>使用場景：</a:t>
            </a:r>
            <a:r>
              <a:rPr lang="en-US" altLang="zh-CN" sz="3600" b="1"/>
              <a:t>AI+</a:t>
            </a:r>
            <a:r>
              <a:rPr lang="zh-CN" altLang="en-US" sz="3600" b="1"/>
              <a:t>賦能前綫非管人員</a:t>
            </a:r>
            <a:endParaRPr lang="zh-CN" altLang="en-US" sz="3600" b="1"/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4314825" y="2221230"/>
            <a:ext cx="1024255" cy="304800"/>
          </a:xfrm>
          <a:prstGeom prst="roundRect">
            <a:avLst/>
          </a:prstGeom>
          <a:solidFill>
            <a:srgbClr val="00060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rgbClr val="D7CEC5"/>
                </a:solidFill>
              </a:rPr>
              <a:t>雲平臺交互</a:t>
            </a:r>
            <a:endParaRPr lang="zh-CN" altLang="en-US" sz="1200" b="1">
              <a:solidFill>
                <a:srgbClr val="D7CEC5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4395" y="3963670"/>
            <a:ext cx="1363345" cy="235585"/>
          </a:xfrm>
          <a:prstGeom prst="rect">
            <a:avLst/>
          </a:prstGeom>
          <a:solidFill>
            <a:srgbClr val="090B0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B3610A"/>
                </a:solidFill>
              </a:rPr>
              <a:t>幾時預警</a:t>
            </a:r>
            <a:endParaRPr lang="zh-CN" altLang="en-US">
              <a:solidFill>
                <a:srgbClr val="B3610A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83965" y="3963670"/>
            <a:ext cx="1140460" cy="235585"/>
          </a:xfrm>
          <a:prstGeom prst="rect">
            <a:avLst/>
          </a:prstGeom>
          <a:solidFill>
            <a:srgbClr val="090B0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96DEBE"/>
                </a:solidFill>
              </a:rPr>
              <a:t>安全激勵</a:t>
            </a:r>
            <a:endParaRPr lang="zh-CN" altLang="en-US">
              <a:solidFill>
                <a:srgbClr val="96DEBE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2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3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4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ags/tag5.xml><?xml version="1.0" encoding="utf-8"?>
<p:tagLst xmlns:p="http://schemas.openxmlformats.org/presentationml/2006/main">
  <p:tag name="KSO_WM_DIAGRAM_VIRTUALLY_FRAME" val="{&quot;height&quot;:72.5,&quot;left&quot;:71.65,&quot;top&quot;:332.4,&quot;width&quot;:790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WPS 演示</Application>
  <PresentationFormat>宽屏</PresentationFormat>
  <Paragraphs>16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等线</vt:lpstr>
      <vt:lpstr>微软雅黑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 Ka Yiu</dc:creator>
  <cp:lastModifiedBy>鬚覗厵</cp:lastModifiedBy>
  <cp:revision>15</cp:revision>
  <dcterms:created xsi:type="dcterms:W3CDTF">2026-05-13T06:11:00Z</dcterms:created>
  <dcterms:modified xsi:type="dcterms:W3CDTF">2026-05-14T07:51:34Z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3A5858CF0EBC48688A4862C4326B01BB_13</vt:lpwstr>
  </property>
</Properties>
</file>