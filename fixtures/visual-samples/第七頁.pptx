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A10"/>
    <a:srgbClr val="000E1A"/>
    <a:srgbClr val="3D1511"/>
    <a:srgbClr val="0E0507"/>
    <a:srgbClr val="1DA4E9"/>
    <a:srgbClr val="082026"/>
    <a:srgbClr val="000F1D"/>
    <a:srgbClr val="111C21"/>
    <a:srgbClr val="8848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>
      <p:cViewPr>
        <p:scale>
          <a:sx n="100" d="100"/>
          <a:sy n="100" d="100"/>
        </p:scale>
        <p:origin x="324" y="1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6E9F3E-596F-48D9-A838-C1A444550FE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F3FE2B-42A1-48A8-85F4-302AAFC434F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任意多边形 1"/>
          <p:cNvSpPr/>
          <p:nvPr/>
        </p:nvSpPr>
        <p:spPr>
          <a:xfrm>
            <a:off x="2874645" y="1419860"/>
            <a:ext cx="3907155" cy="1972945"/>
          </a:xfrm>
          <a:custGeom>
            <a:avLst/>
            <a:gdLst>
              <a:gd name="connisteX0" fmla="*/ 29210 w 3907155"/>
              <a:gd name="connsiteY0" fmla="*/ 1113790 h 1972945"/>
              <a:gd name="connisteX1" fmla="*/ 1722755 w 3907155"/>
              <a:gd name="connsiteY1" fmla="*/ 59690 h 1972945"/>
              <a:gd name="connisteX2" fmla="*/ 1883410 w 3907155"/>
              <a:gd name="connsiteY2" fmla="*/ 0 h 1972945"/>
              <a:gd name="connisteX3" fmla="*/ 2696210 w 3907155"/>
              <a:gd name="connsiteY3" fmla="*/ 131445 h 1972945"/>
              <a:gd name="connisteX4" fmla="*/ 3534410 w 3907155"/>
              <a:gd name="connsiteY4" fmla="*/ 258445 h 1972945"/>
              <a:gd name="connisteX5" fmla="*/ 3873500 w 3907155"/>
              <a:gd name="connsiteY5" fmla="*/ 368300 h 1972945"/>
              <a:gd name="connisteX6" fmla="*/ 3907155 w 3907155"/>
              <a:gd name="connsiteY6" fmla="*/ 415290 h 1972945"/>
              <a:gd name="connisteX7" fmla="*/ 3708400 w 3907155"/>
              <a:gd name="connsiteY7" fmla="*/ 707390 h 1972945"/>
              <a:gd name="connisteX8" fmla="*/ 2937510 w 3907155"/>
              <a:gd name="connsiteY8" fmla="*/ 1668145 h 1972945"/>
              <a:gd name="connisteX9" fmla="*/ 2903855 w 3907155"/>
              <a:gd name="connsiteY9" fmla="*/ 1744345 h 1972945"/>
              <a:gd name="connisteX10" fmla="*/ 2747010 w 3907155"/>
              <a:gd name="connsiteY10" fmla="*/ 1926590 h 1972945"/>
              <a:gd name="connisteX11" fmla="*/ 2505710 w 3907155"/>
              <a:gd name="connsiteY11" fmla="*/ 1972945 h 1972945"/>
              <a:gd name="connisteX12" fmla="*/ 59055 w 3907155"/>
              <a:gd name="connsiteY12" fmla="*/ 1215390 h 1972945"/>
              <a:gd name="connisteX13" fmla="*/ 0 w 3907155"/>
              <a:gd name="connsiteY13" fmla="*/ 1075690 h 1972945"/>
              <a:gd name="connisteX14" fmla="*/ 25400 w 3907155"/>
              <a:gd name="connsiteY14" fmla="*/ 1037590 h 1972945"/>
              <a:gd name="connisteX15" fmla="*/ 20955 w 3907155"/>
              <a:gd name="connsiteY15" fmla="*/ 1016000 h 197294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</a:cxnLst>
            <a:rect l="l" t="t" r="r" b="b"/>
            <a:pathLst>
              <a:path w="3907155" h="1972945">
                <a:moveTo>
                  <a:pt x="29210" y="1113790"/>
                </a:moveTo>
                <a:lnTo>
                  <a:pt x="1722755" y="59690"/>
                </a:lnTo>
                <a:lnTo>
                  <a:pt x="1883410" y="0"/>
                </a:lnTo>
                <a:lnTo>
                  <a:pt x="2696210" y="131445"/>
                </a:lnTo>
                <a:lnTo>
                  <a:pt x="3534410" y="258445"/>
                </a:lnTo>
                <a:lnTo>
                  <a:pt x="3873500" y="368300"/>
                </a:lnTo>
                <a:lnTo>
                  <a:pt x="3907155" y="415290"/>
                </a:lnTo>
                <a:lnTo>
                  <a:pt x="3708400" y="707390"/>
                </a:lnTo>
                <a:lnTo>
                  <a:pt x="2937510" y="1668145"/>
                </a:lnTo>
                <a:lnTo>
                  <a:pt x="2903855" y="1744345"/>
                </a:lnTo>
                <a:lnTo>
                  <a:pt x="2747010" y="1926590"/>
                </a:lnTo>
                <a:lnTo>
                  <a:pt x="2505710" y="1972945"/>
                </a:lnTo>
                <a:lnTo>
                  <a:pt x="59055" y="1215390"/>
                </a:lnTo>
                <a:lnTo>
                  <a:pt x="0" y="1075690"/>
                </a:lnTo>
                <a:lnTo>
                  <a:pt x="25400" y="1037590"/>
                </a:lnTo>
                <a:lnTo>
                  <a:pt x="20955" y="1016000"/>
                </a:lnTo>
              </a:path>
            </a:pathLst>
          </a:custGeom>
          <a:solidFill>
            <a:srgbClr val="88480F">
              <a:alpha val="5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4951730" y="1639570"/>
            <a:ext cx="871855" cy="203835"/>
          </a:xfrm>
          <a:prstGeom prst="roundRect">
            <a:avLst/>
          </a:prstGeom>
          <a:solidFill>
            <a:srgbClr val="082026"/>
          </a:solidFill>
          <a:ln>
            <a:solidFill>
              <a:srgbClr val="FFC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/>
          </a:p>
        </p:txBody>
      </p:sp>
      <p:sp>
        <p:nvSpPr>
          <p:cNvPr id="5" name="圆角矩形 4"/>
          <p:cNvSpPr/>
          <p:nvPr/>
        </p:nvSpPr>
        <p:spPr>
          <a:xfrm>
            <a:off x="5823585" y="2051685"/>
            <a:ext cx="766445" cy="419735"/>
          </a:xfrm>
          <a:prstGeom prst="roundRect">
            <a:avLst/>
          </a:prstGeom>
          <a:solidFill>
            <a:srgbClr val="C00000">
              <a:alpha val="5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/>
              <a:t>吊機旋轉半徑</a:t>
            </a:r>
            <a:endParaRPr lang="zh-CN" altLang="en-US" sz="1200" b="1"/>
          </a:p>
        </p:txBody>
      </p:sp>
      <p:sp>
        <p:nvSpPr>
          <p:cNvPr id="6" name="圆角矩形 5"/>
          <p:cNvSpPr/>
          <p:nvPr/>
        </p:nvSpPr>
        <p:spPr>
          <a:xfrm>
            <a:off x="6655435" y="1024255"/>
            <a:ext cx="951865" cy="438150"/>
          </a:xfrm>
          <a:prstGeom prst="roundRect">
            <a:avLst/>
          </a:prstGeom>
          <a:solidFill>
            <a:srgbClr val="000E1A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/>
          </a:p>
        </p:txBody>
      </p:sp>
      <p:sp>
        <p:nvSpPr>
          <p:cNvPr id="8" name="圆角矩形 7"/>
          <p:cNvSpPr/>
          <p:nvPr/>
        </p:nvSpPr>
        <p:spPr>
          <a:xfrm>
            <a:off x="6655435" y="1024255"/>
            <a:ext cx="952500" cy="438150"/>
          </a:xfrm>
          <a:prstGeom prst="roundRect">
            <a:avLst/>
          </a:prstGeom>
          <a:solidFill>
            <a:srgbClr val="C00000">
              <a:alpha val="5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/>
              <a:t>高风险区</a:t>
            </a:r>
            <a:br>
              <a:rPr lang="zh-CN" altLang="en-US" sz="1200" b="1"/>
            </a:br>
            <a:r>
              <a:rPr lang="zh-CN" altLang="en-US" sz="1200" b="1"/>
              <a:t>吊运</a:t>
            </a:r>
            <a:endParaRPr lang="zh-CN" altLang="en-US" sz="1200" b="1"/>
          </a:p>
        </p:txBody>
      </p:sp>
      <p:sp>
        <p:nvSpPr>
          <p:cNvPr id="10" name="圆角矩形 9"/>
          <p:cNvSpPr/>
          <p:nvPr/>
        </p:nvSpPr>
        <p:spPr>
          <a:xfrm>
            <a:off x="8853805" y="1572260"/>
            <a:ext cx="951865" cy="401320"/>
          </a:xfrm>
          <a:prstGeom prst="roundRect">
            <a:avLst/>
          </a:prstGeom>
          <a:solidFill>
            <a:srgbClr val="00206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/>
          </a:p>
        </p:txBody>
      </p:sp>
      <p:sp>
        <p:nvSpPr>
          <p:cNvPr id="11" name="圆角矩形 10"/>
          <p:cNvSpPr/>
          <p:nvPr/>
        </p:nvSpPr>
        <p:spPr>
          <a:xfrm>
            <a:off x="8853805" y="1572260"/>
            <a:ext cx="951865" cy="401320"/>
          </a:xfrm>
          <a:prstGeom prst="roundRect">
            <a:avLst/>
          </a:prstGeom>
          <a:solidFill>
            <a:srgbClr val="C00000">
              <a:alpha val="5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/>
              <a:t>高风险</a:t>
            </a:r>
            <a:r>
              <a:rPr lang="zh-CN" altLang="en-US" sz="1200" b="1"/>
              <a:t>区</a:t>
            </a:r>
            <a:endParaRPr lang="zh-CN" altLang="en-US" sz="1200" b="1"/>
          </a:p>
          <a:p>
            <a:pPr algn="ctr"/>
            <a:r>
              <a:rPr lang="zh-CN" altLang="en-US" sz="1200" b="1"/>
              <a:t>热工序</a:t>
            </a:r>
            <a:endParaRPr lang="zh-CN" altLang="en-US" sz="1200" b="1"/>
          </a:p>
        </p:txBody>
      </p:sp>
      <p:sp>
        <p:nvSpPr>
          <p:cNvPr id="13" name="圆角矩形 12"/>
          <p:cNvSpPr/>
          <p:nvPr/>
        </p:nvSpPr>
        <p:spPr>
          <a:xfrm>
            <a:off x="3107055" y="3392805"/>
            <a:ext cx="806450" cy="401320"/>
          </a:xfrm>
          <a:prstGeom prst="roundRect">
            <a:avLst/>
          </a:prstGeom>
          <a:solidFill>
            <a:srgbClr val="00206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/>
          </a:p>
        </p:txBody>
      </p:sp>
      <p:sp>
        <p:nvSpPr>
          <p:cNvPr id="14" name="圆角矩形 13"/>
          <p:cNvSpPr/>
          <p:nvPr/>
        </p:nvSpPr>
        <p:spPr>
          <a:xfrm>
            <a:off x="3107055" y="3392805"/>
            <a:ext cx="806450" cy="401320"/>
          </a:xfrm>
          <a:prstGeom prst="roundRect">
            <a:avLst/>
          </a:prstGeom>
          <a:solidFill>
            <a:srgbClr val="C00000">
              <a:alpha val="5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/>
              <a:t>未經允許闖入</a:t>
            </a:r>
            <a:endParaRPr lang="zh-CN" altLang="en-US" sz="1200" b="1"/>
          </a:p>
        </p:txBody>
      </p:sp>
      <p:sp>
        <p:nvSpPr>
          <p:cNvPr id="15" name="圆角矩形 14"/>
          <p:cNvSpPr/>
          <p:nvPr/>
        </p:nvSpPr>
        <p:spPr>
          <a:xfrm>
            <a:off x="4951730" y="1648460"/>
            <a:ext cx="871855" cy="203835"/>
          </a:xfrm>
          <a:prstGeom prst="roundRect">
            <a:avLst/>
          </a:prstGeom>
          <a:solidFill>
            <a:srgbClr val="082026">
              <a:alpha val="5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/>
              <a:t>深基坑區</a:t>
            </a:r>
            <a:endParaRPr lang="zh-CN" altLang="en-US" sz="12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WPS 演示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Arial Unicode MS</vt:lpstr>
      <vt:lpstr>Calibri Light</vt:lpstr>
      <vt:lpstr>Calibri</vt:lpstr>
      <vt:lpstr>等线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 Ka Yiu</dc:creator>
  <cp:lastModifiedBy>鬚覗厵</cp:lastModifiedBy>
  <cp:revision>8</cp:revision>
  <dcterms:created xsi:type="dcterms:W3CDTF">2026-05-13T06:11:00Z</dcterms:created>
  <dcterms:modified xsi:type="dcterms:W3CDTF">2026-05-14T06:48:50Z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94159DA53D3F425A81260EC6F19DFB20_13</vt:lpwstr>
  </property>
</Properties>
</file>