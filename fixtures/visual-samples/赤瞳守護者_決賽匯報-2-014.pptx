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CEC5"/>
    <a:srgbClr val="00060B"/>
    <a:srgbClr val="000712"/>
    <a:srgbClr val="0A0C09"/>
    <a:srgbClr val="000F11"/>
    <a:srgbClr val="010C11"/>
    <a:srgbClr val="000F19"/>
    <a:srgbClr val="1109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2" autoAdjust="0"/>
    <p:restoredTop sz="94660"/>
  </p:normalViewPr>
  <p:slideViewPr>
    <p:cSldViewPr snapToGrid="0">
      <p:cViewPr varScale="1">
        <p:scale>
          <a:sx n="81" d="100"/>
          <a:sy n="81" d="100"/>
        </p:scale>
        <p:origin x="6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6E9F3E-596F-48D9-A838-C1A444550FEF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F3FE2B-42A1-48A8-85F4-302AAFC434F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239" y="0"/>
            <a:ext cx="12185522" cy="6858000"/>
            <a:chOff x="3239" y="0"/>
            <a:chExt cx="12185522" cy="685800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9" y="0"/>
              <a:ext cx="12185522" cy="6858000"/>
            </a:xfrm>
            <a:prstGeom prst="rect">
              <a:avLst/>
            </a:prstGeom>
          </p:spPr>
        </p:pic>
        <p:sp>
          <p:nvSpPr>
            <p:cNvPr id="2" name="矩形 1"/>
            <p:cNvSpPr/>
            <p:nvPr/>
          </p:nvSpPr>
          <p:spPr>
            <a:xfrm>
              <a:off x="9700180" y="75414"/>
              <a:ext cx="2413263" cy="490194"/>
            </a:xfrm>
            <a:prstGeom prst="rect">
              <a:avLst/>
            </a:prstGeom>
            <a:solidFill>
              <a:srgbClr val="00071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圆角矩形 4"/>
          <p:cNvSpPr/>
          <p:nvPr>
            <p:custDataLst>
              <p:tags r:id="rId2"/>
            </p:custDataLst>
          </p:nvPr>
        </p:nvSpPr>
        <p:spPr>
          <a:xfrm>
            <a:off x="1346200" y="4837430"/>
            <a:ext cx="3784600" cy="304800"/>
          </a:xfrm>
          <a:prstGeom prst="roundRect">
            <a:avLst/>
          </a:prstGeom>
          <a:solidFill>
            <a:srgbClr val="11090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/>
              <a:t>AI + P</a:t>
            </a:r>
            <a:r>
              <a:rPr lang="zh-CN" altLang="en-US" b="1"/>
              <a:t>牌工人</a:t>
            </a:r>
            <a:r>
              <a:rPr lang="en-US" altLang="zh-CN" b="1"/>
              <a:t> = </a:t>
            </a:r>
            <a:r>
              <a:rPr lang="zh-CN" altLang="en-US" b="1"/>
              <a:t>安全保護力場</a:t>
            </a:r>
            <a:endParaRPr lang="zh-CN" altLang="en-US" b="1"/>
          </a:p>
        </p:txBody>
      </p:sp>
      <p:sp>
        <p:nvSpPr>
          <p:cNvPr id="7" name="圆角矩形 6"/>
          <p:cNvSpPr/>
          <p:nvPr>
            <p:custDataLst>
              <p:tags r:id="rId3"/>
            </p:custDataLst>
          </p:nvPr>
        </p:nvSpPr>
        <p:spPr>
          <a:xfrm>
            <a:off x="7387590" y="4837430"/>
            <a:ext cx="3559810" cy="304800"/>
          </a:xfrm>
          <a:prstGeom prst="roundRect">
            <a:avLst/>
          </a:prstGeom>
          <a:solidFill>
            <a:srgbClr val="000F1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/>
              <a:t>AI + </a:t>
            </a:r>
            <a:r>
              <a:rPr lang="zh-CN" altLang="en-US" b="1"/>
              <a:t>分判商打理人</a:t>
            </a:r>
            <a:r>
              <a:rPr lang="en-US" altLang="zh-CN" b="1"/>
              <a:t> = </a:t>
            </a:r>
            <a:r>
              <a:rPr lang="zh-CN" altLang="en-US" b="1"/>
              <a:t>安全主任</a:t>
            </a:r>
            <a:endParaRPr lang="zh-CN" altLang="en-US" b="1"/>
          </a:p>
        </p:txBody>
      </p:sp>
      <p:sp>
        <p:nvSpPr>
          <p:cNvPr id="8" name="圆角矩形 7"/>
          <p:cNvSpPr/>
          <p:nvPr>
            <p:custDataLst>
              <p:tags r:id="rId4"/>
            </p:custDataLst>
          </p:nvPr>
        </p:nvSpPr>
        <p:spPr>
          <a:xfrm>
            <a:off x="3721100" y="4221480"/>
            <a:ext cx="1744345" cy="317500"/>
          </a:xfrm>
          <a:prstGeom prst="roundRect">
            <a:avLst/>
          </a:prstGeom>
          <a:solidFill>
            <a:srgbClr val="000F1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/>
              <a:t>結合工人激勵制度</a:t>
            </a:r>
            <a:endParaRPr lang="zh-CN" altLang="en-US" sz="1400"/>
          </a:p>
        </p:txBody>
      </p:sp>
      <p:sp>
        <p:nvSpPr>
          <p:cNvPr id="9" name="圆角矩形 8"/>
          <p:cNvSpPr/>
          <p:nvPr>
            <p:custDataLst>
              <p:tags r:id="rId5"/>
            </p:custDataLst>
          </p:nvPr>
        </p:nvSpPr>
        <p:spPr>
          <a:xfrm>
            <a:off x="909955" y="4221480"/>
            <a:ext cx="1840230" cy="317500"/>
          </a:xfrm>
          <a:prstGeom prst="roundRect">
            <a:avLst/>
          </a:prstGeom>
          <a:solidFill>
            <a:srgbClr val="0A0C0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/>
              <a:t>提高安全交底效果</a:t>
            </a:r>
            <a:endParaRPr lang="zh-CN" altLang="en-US" sz="1400"/>
          </a:p>
        </p:txBody>
      </p:sp>
      <p:sp>
        <p:nvSpPr>
          <p:cNvPr id="11" name="圆角矩形 10"/>
          <p:cNvSpPr/>
          <p:nvPr/>
        </p:nvSpPr>
        <p:spPr>
          <a:xfrm>
            <a:off x="2800350" y="559435"/>
            <a:ext cx="6515100" cy="291465"/>
          </a:xfrm>
          <a:prstGeom prst="roundRect">
            <a:avLst/>
          </a:prstGeom>
          <a:solidFill>
            <a:srgbClr val="00071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 b="1"/>
          </a:p>
        </p:txBody>
      </p:sp>
      <p:sp>
        <p:nvSpPr>
          <p:cNvPr id="10" name="圆角矩形 9"/>
          <p:cNvSpPr/>
          <p:nvPr/>
        </p:nvSpPr>
        <p:spPr>
          <a:xfrm>
            <a:off x="2411730" y="100330"/>
            <a:ext cx="7345045" cy="614680"/>
          </a:xfrm>
          <a:prstGeom prst="roundRect">
            <a:avLst/>
          </a:prstGeom>
          <a:solidFill>
            <a:srgbClr val="00071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600" b="1"/>
              <a:t>使用場景：</a:t>
            </a:r>
            <a:r>
              <a:rPr lang="en-US" altLang="zh-CN" sz="3600" b="1"/>
              <a:t>AI+</a:t>
            </a:r>
            <a:r>
              <a:rPr lang="zh-CN" altLang="en-US" sz="3600" b="1"/>
              <a:t>賦能前綫非管人員</a:t>
            </a:r>
            <a:endParaRPr lang="zh-CN" altLang="en-US" sz="3600" b="1"/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4314825" y="2221230"/>
            <a:ext cx="1024255" cy="304800"/>
          </a:xfrm>
          <a:prstGeom prst="roundRect">
            <a:avLst/>
          </a:prstGeom>
          <a:solidFill>
            <a:srgbClr val="00060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rgbClr val="D7CEC5"/>
                </a:solidFill>
              </a:rPr>
              <a:t>雲平臺交互</a:t>
            </a:r>
            <a:endParaRPr lang="zh-CN" altLang="en-US" sz="1200" b="1">
              <a:solidFill>
                <a:srgbClr val="D7CEC5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72.5,&quot;left&quot;:71.65,&quot;top&quot;:332.4,&quot;width&quot;:790.35}"/>
</p:tagLst>
</file>

<file path=ppt/tags/tag2.xml><?xml version="1.0" encoding="utf-8"?>
<p:tagLst xmlns:p="http://schemas.openxmlformats.org/presentationml/2006/main">
  <p:tag name="KSO_WM_DIAGRAM_VIRTUALLY_FRAME" val="{&quot;height&quot;:72.5,&quot;left&quot;:71.65,&quot;top&quot;:332.4,&quot;width&quot;:790.35}"/>
</p:tagLst>
</file>

<file path=ppt/tags/tag3.xml><?xml version="1.0" encoding="utf-8"?>
<p:tagLst xmlns:p="http://schemas.openxmlformats.org/presentationml/2006/main">
  <p:tag name="KSO_WM_DIAGRAM_VIRTUALLY_FRAME" val="{&quot;height&quot;:72.5,&quot;left&quot;:71.65,&quot;top&quot;:332.4,&quot;width&quot;:790.35}"/>
</p:tagLst>
</file>

<file path=ppt/tags/tag4.xml><?xml version="1.0" encoding="utf-8"?>
<p:tagLst xmlns:p="http://schemas.openxmlformats.org/presentationml/2006/main">
  <p:tag name="KSO_WM_DIAGRAM_VIRTUALLY_FRAME" val="{&quot;height&quot;:72.5,&quot;left&quot;:71.65,&quot;top&quot;:332.4,&quot;width&quot;:790.35}"/>
</p:tagLst>
</file>

<file path=ppt/tags/tag5.xml><?xml version="1.0" encoding="utf-8"?>
<p:tagLst xmlns:p="http://schemas.openxmlformats.org/presentationml/2006/main">
  <p:tag name="KSO_WM_DIAGRAM_VIRTUALLY_FRAME" val="{&quot;height&quot;:72.5,&quot;left&quot;:71.65,&quot;top&quot;:332.4,&quot;width&quot;:790.3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</Words>
  <Application>WPS 演示</Application>
  <PresentationFormat>宽屏</PresentationFormat>
  <Paragraphs>12</Paragraphs>
  <Slides>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宋体</vt:lpstr>
      <vt:lpstr>Wingdings</vt:lpstr>
      <vt:lpstr>方正黑体_GBK</vt:lpstr>
      <vt:lpstr>微软雅黑</vt:lpstr>
      <vt:lpstr>方正细黑一简体</vt:lpstr>
      <vt:lpstr>黑体</vt:lpstr>
      <vt:lpstr>Calibri</vt:lpstr>
      <vt:lpstr>Arial Unicode MS</vt:lpstr>
      <vt:lpstr>Calibri Light</vt:lpstr>
      <vt:lpstr>等线</vt:lpstr>
      <vt:lpstr>KSOFEC83043A</vt:lpstr>
      <vt:lpstr>AMGDT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 Ka Yiu</dc:creator>
  <cp:lastModifiedBy>鬚覗厵</cp:lastModifiedBy>
  <cp:revision>13</cp:revision>
  <dcterms:created xsi:type="dcterms:W3CDTF">2026-05-13T06:11:00Z</dcterms:created>
  <dcterms:modified xsi:type="dcterms:W3CDTF">2026-05-14T07:46:12Z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92095C09E69141189915303195E9A9BE_13</vt:lpwstr>
  </property>
</Properties>
</file>