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image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920" y="1198880"/>
            <a:ext cx="10677525" cy="2114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鬚覗厵</cp:lastModifiedBy>
  <cp:revision>5</cp:revision>
  <dcterms:created xsi:type="dcterms:W3CDTF">2023-08-09T12:44:00Z</dcterms:created>
  <dcterms:modified xsi:type="dcterms:W3CDTF">2026-05-14T07:01:18Z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D4AA0DF13E894234AB88959FA1644418_12</vt:lpwstr>
  </property>
</Properties>
</file>