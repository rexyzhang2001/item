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617"/>
    <a:srgbClr val="010D21"/>
    <a:srgbClr val="010B1F"/>
    <a:srgbClr val="000F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0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914FCB-9345-4790-B7CB-3119F11EC29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23CFF-0509-4DD7-B599-77B3A63795E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" y="0"/>
            <a:ext cx="12185522" cy="68580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5146040" y="1036320"/>
            <a:ext cx="975360" cy="599440"/>
          </a:xfrm>
          <a:prstGeom prst="rect">
            <a:avLst/>
          </a:prstGeom>
          <a:solidFill>
            <a:srgbClr val="000F2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490" y="960755"/>
            <a:ext cx="1213485" cy="709930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5420995" y="1984375"/>
            <a:ext cx="675005" cy="665480"/>
          </a:xfrm>
          <a:prstGeom prst="ellipse">
            <a:avLst/>
          </a:prstGeom>
          <a:solidFill>
            <a:srgbClr val="010B1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2890" y="1928495"/>
            <a:ext cx="817245" cy="7340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3455" y="5045710"/>
            <a:ext cx="3252470" cy="1530350"/>
          </a:xfrm>
          <a:prstGeom prst="roundRect">
            <a:avLst/>
          </a:prstGeom>
          <a:ln w="28575">
            <a:solidFill>
              <a:srgbClr val="000617"/>
            </a:solidFill>
          </a:ln>
        </p:spPr>
      </p:pic>
      <p:sp>
        <p:nvSpPr>
          <p:cNvPr id="10" name="圆角矩形 9"/>
          <p:cNvSpPr/>
          <p:nvPr/>
        </p:nvSpPr>
        <p:spPr>
          <a:xfrm>
            <a:off x="336550" y="3400425"/>
            <a:ext cx="729615" cy="381000"/>
          </a:xfrm>
          <a:prstGeom prst="roundRect">
            <a:avLst/>
          </a:prstGeom>
          <a:solidFill>
            <a:srgbClr val="010D2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900" b="1"/>
              <a:t>Body cam</a:t>
            </a:r>
            <a:endParaRPr lang="en-US" altLang="zh-CN" sz="900" b="1"/>
          </a:p>
          <a:p>
            <a:pPr algn="ctr"/>
            <a:r>
              <a:rPr lang="zh-CN" altLang="en-US" sz="900" b="1"/>
              <a:t>智能穿戴</a:t>
            </a:r>
            <a:endParaRPr lang="zh-CN" altLang="en-US" sz="900" b="1"/>
          </a:p>
        </p:txBody>
      </p:sp>
      <p:sp>
        <p:nvSpPr>
          <p:cNvPr id="11" name="圆角矩形 10"/>
          <p:cNvSpPr/>
          <p:nvPr/>
        </p:nvSpPr>
        <p:spPr>
          <a:xfrm>
            <a:off x="292100" y="4035425"/>
            <a:ext cx="679450" cy="381000"/>
          </a:xfrm>
          <a:prstGeom prst="roundRect">
            <a:avLst/>
          </a:prstGeom>
          <a:solidFill>
            <a:srgbClr val="010D2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 b="1"/>
              <a:t>无人机</a:t>
            </a:r>
            <a:endParaRPr lang="zh-CN" altLang="en-US" sz="900" b="1"/>
          </a:p>
        </p:txBody>
      </p:sp>
      <p:sp>
        <p:nvSpPr>
          <p:cNvPr id="12" name="圆角矩形 11"/>
          <p:cNvSpPr/>
          <p:nvPr/>
        </p:nvSpPr>
        <p:spPr>
          <a:xfrm>
            <a:off x="336550" y="2765425"/>
            <a:ext cx="679450" cy="381000"/>
          </a:xfrm>
          <a:prstGeom prst="roundRect">
            <a:avLst/>
          </a:prstGeom>
          <a:solidFill>
            <a:srgbClr val="010D2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900" b="1"/>
              <a:t>360 Cam</a:t>
            </a:r>
            <a:endParaRPr lang="en-US" altLang="zh-CN" sz="900" b="1"/>
          </a:p>
        </p:txBody>
      </p:sp>
      <p:sp>
        <p:nvSpPr>
          <p:cNvPr id="13" name="圆角矩形 12"/>
          <p:cNvSpPr/>
          <p:nvPr/>
        </p:nvSpPr>
        <p:spPr>
          <a:xfrm>
            <a:off x="336550" y="2073275"/>
            <a:ext cx="679450" cy="381000"/>
          </a:xfrm>
          <a:prstGeom prst="roundRect">
            <a:avLst/>
          </a:prstGeom>
          <a:solidFill>
            <a:srgbClr val="010D2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 b="1"/>
              <a:t>防火</a:t>
            </a:r>
            <a:r>
              <a:rPr lang="en-US" altLang="zh-CN" sz="900" b="1"/>
              <a:t>Cam</a:t>
            </a:r>
            <a:endParaRPr lang="en-US" altLang="zh-CN" sz="900" b="1"/>
          </a:p>
        </p:txBody>
      </p:sp>
      <p:sp>
        <p:nvSpPr>
          <p:cNvPr id="14" name="圆角矩形 13"/>
          <p:cNvSpPr/>
          <p:nvPr/>
        </p:nvSpPr>
        <p:spPr>
          <a:xfrm>
            <a:off x="279400" y="1406525"/>
            <a:ext cx="679450" cy="381000"/>
          </a:xfrm>
          <a:prstGeom prst="roundRect">
            <a:avLst/>
          </a:prstGeom>
          <a:solidFill>
            <a:srgbClr val="010D2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900" b="1"/>
              <a:t>CCTV</a:t>
            </a:r>
            <a:endParaRPr lang="en-US" sz="9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</Words>
  <Application>WPS 演示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微软雅黑</vt:lpstr>
      <vt:lpstr>Arial Unicode MS</vt:lpstr>
      <vt:lpstr>Calibri Light</vt:lpstr>
      <vt:lpstr>Calibri</vt:lpstr>
      <vt:lpstr>等线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 Ka Yiu</dc:creator>
  <cp:lastModifiedBy>鬚覗厵</cp:lastModifiedBy>
  <cp:revision>11</cp:revision>
  <dcterms:created xsi:type="dcterms:W3CDTF">2026-05-13T06:11:00Z</dcterms:created>
  <dcterms:modified xsi:type="dcterms:W3CDTF">2026-05-14T06:25:48Z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112835E66FF5425B899F99E005DAFA66_13</vt:lpwstr>
  </property>
</Properties>
</file>